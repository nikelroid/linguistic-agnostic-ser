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737360"/>
            <a:ext cx="12191695" cy="219456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Sparse-Autoencoder Dissection of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Emotion Features in Frozen Speech Encoders</a:t>
            </a:r>
          </a:p>
          <a:p>
            <a:pPr>
              <a:defRPr sz="1800" i="1">
                <a:solidFill>
                  <a:srgbClr val="CFDAF0"/>
                </a:solidFill>
              </a:defRPr>
            </a:pPr>
            <a:r>
              <a:t>From decodability to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3A6E"/>
                </a:solidFill>
              </a:defRPr>
            </a:pPr>
            <a:r>
              <a:t>Nima Kelidari   ·   Minoo Ahmadi   ·   Chaitanya Parwatkar   ·   Xiangxu (Henry) Lin</a:t>
            </a:r>
          </a:p>
          <a:p>
            <a:pPr>
              <a:defRPr sz="1500">
                <a:solidFill>
                  <a:srgbClr val="444444"/>
                </a:solidFill>
              </a:defRPr>
            </a:pPr>
            <a:r>
              <a:t>USC ICT — Intelligent Human Perception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Frozen speech encoders (HuBERT, WavLM, wav2vec2, w2v-BERT, MERT, Whisper) top SER benchmarks — but they were trained for ASR, so they encode a lot of TEXT.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Probing tells us WHERE emotion is readable. It can't tell us: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Which features encode emotion?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Is the signal ACOUSTIC (how it's said) or LEXICAL (what's said)?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Does the pattern hold across encoders and speakers?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Idea: use Sparse Autoencoders to go from decodability → mechanism.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Method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Train a TopK SAE (8×, k=32) on per-frame activations of each frozen encoder (~940k frames). Reconstruction: 93% variance, ~0 dead features.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Anchor on CREMA-D: 91 actors × 12 FIXED sentences × 6 emotions → text is constant, so any emotion signal is acoustic (built-in control).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Confound control: keep a feature only if its firing tells us more about EMOTION than about the SENTENCE (phonetics) or the SPEAKER.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Result: 394 naive features → 61 genuine emotion features (median monosemanticity 0.59); dominated by anger &amp; sadness.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Without control, ~66% of ‘emotion’ features are really phonetic/speaker — the ‘SAE rediscovers phonemes’ trap.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 — Depth: decoding ≠ disentangling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Probe accuracy peaks DEEP (L10) and stays high.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But clean monosemantic emotion features peak EARLY (L7; monosemanticity L2).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Deep layers keep decodability but lose disentanglement (24–47 feats).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Takeaway: emotion is organised into clean features earlier than where a probe reads it best.</a:t>
            </a:r>
          </a:p>
        </p:txBody>
      </p:sp>
      <p:pic>
        <p:nvPicPr>
          <p:cNvPr id="4" name="Picture 3" descr="fig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3949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Q2 — Across encoders &amp; speakers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All six encoders carry emotion features (61–145 each), all anger/sadness-dominated.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Cross-encoder overlap: Whisper→SSL 0.40 ≈ SSL→SSL 0.39 — on fixed-lexicon speech Whisper is NOT special; its difference is about TEXT.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Speaker-invariant: leave-one-speaker-out (91 actors) drop ≈ 0; each feature fires for ~95% of its emotion's actors.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→ the published MESD speaker-out collapse (~0.30) comes from the speaker-entangled features our control removes.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Q3 — The signal is acoustic, not lexical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Positive control: 60/61 features label acoustic (eGeMAPS AUC 0.83 vs sentence 0.66).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Causal sufficiency: emotion decodes at 0.55 from acoustic features vs 0.43 lexical vs 0.42 random (full 0.73).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Takeaway: what the probe exploits is paralinguistic delivery, not words.</a:t>
            </a:r>
          </a:p>
        </p:txBody>
      </p:sp>
      <p:pic>
        <p:nvPicPr>
          <p:cNvPr id="4" name="Picture 3" descr="fig_su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39496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Q4 — EMIS: the lexical shortcut is a deep-layer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EMIS = synthetic speech where TEXT emotion ≠ VOICE emotion.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Train on congruent, test on incongruent; text-bias = text − audio accuracy.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Shortcut appears ONLY in deep layers of ASR-SSL (HuBERT/WavLM/wav2vec2, +0.7–0.9).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Whisper stays audio-grounded at EVERY layer (L24 −0.11); MERT/w2v-BERT never take it.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Reproduces the published text-bias — and localizes it to depth.</a:t>
            </a:r>
          </a:p>
        </p:txBody>
      </p:sp>
      <p:pic>
        <p:nvPicPr>
          <p:cNvPr id="4" name="Picture 3" descr="fig_em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394960" cy="19089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Where this sits in the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AudioSAE (EACL 2026): same SAE recipe on 2 encoders, but emotion is just one probe task — NO emotion-feature interpretation, confound control, factorial corpus, or acoustic/lexical split. Closest method neighbor.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ASR-SAE works (Pluth'26; Mariotte'26): SAEs on speech, but find phonetic/singing features — no affect, no depth sweep.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Ma et al.'25: mechanistic Whisper-SER — but via probing/CKA, NO SAEs.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Un-scooped core: confound-controlled SAE emotion features on a lexicon-controlled factorial corpus across 6 encoders + decode≠disentangle depth + EMIS-shortcut-by-depth.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Limitations: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Necessity-ablation is near-null (signal distributed) — we rely on sufficiency.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SAE reconstruction must NOT replace raw activations for the EMIS probe (it inverted Whisper).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Cross-encoder/EMIS arms use one layer per encoder, not full 25-layer grids.</a:t>
            </a:r>
          </a:p>
          <a:p>
            <a:pPr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Future work: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IEMOCAP real-transcript causal ablation (stub ready; needs transcripts).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SpeechCraft cross-lingual feature overlap → explain EN↔ZH collapse.</a:t>
            </a:r>
          </a:p>
          <a:p>
            <a:pPr lvl="1"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Feature steering; dimensional V/A/D targets; full per-encoder layer grids.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44444"/>
                </a:solidFill>
              </a:defRPr>
            </a:pPr>
            <a:r>
              <a:t>1. SAEs move SER analysis from decodability to mechanism; confound control is essential.</a:t>
            </a:r>
          </a:p>
          <a:p>
            <a:pPr>
              <a:spcAft>
                <a:spcPts val="800"/>
              </a:spcAft>
              <a:defRPr sz="1900">
                <a:solidFill>
                  <a:srgbClr val="444444"/>
                </a:solidFill>
              </a:defRPr>
            </a:pPr>
            <a:r>
              <a:t>2. Decoding ≠ disentangling: emotion organises early (L2–L7), decodes best deep (L10).</a:t>
            </a:r>
          </a:p>
          <a:p>
            <a:pPr>
              <a:spcAft>
                <a:spcPts val="800"/>
              </a:spcAft>
              <a:defRPr sz="1900">
                <a:solidFill>
                  <a:srgbClr val="444444"/>
                </a:solidFill>
              </a:defRPr>
            </a:pPr>
            <a:r>
              <a:t>3. Emotion features are acoustic and speaker-invariant, shared across all six encoders.</a:t>
            </a:r>
          </a:p>
          <a:p>
            <a:pPr>
              <a:spcAft>
                <a:spcPts val="800"/>
              </a:spcAft>
              <a:defRPr sz="1900">
                <a:solidFill>
                  <a:srgbClr val="444444"/>
                </a:solidFill>
              </a:defRPr>
            </a:pPr>
            <a:r>
              <a:t>4. The lexical shortcut is a deep-layer ASR-SSL phenomenon; Whisper resists it everywhere.</a:t>
            </a:r>
          </a:p>
          <a:p>
            <a:pPr>
              <a:spcAft>
                <a:spcPts val="800"/>
              </a:spcAft>
              <a:defRPr sz="1900">
                <a:solidFill>
                  <a:srgbClr val="444444"/>
                </a:solidFill>
              </a:defRPr>
            </a:pPr>
            <a:r>
              <a:t>All code (src/sae/), data pointers, artifacts (results/SAE/) and the report are on the SAE branch.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